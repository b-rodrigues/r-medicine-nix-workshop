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-medicine-nix-workshop" TargetMode="External" /><Relationship Id="rId3" Type="http://schemas.openxmlformats.org/officeDocument/2006/relationships/hyperlink" Target="https://github.com/b-rodrigues/r-medicine-nix-worksho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cker-project.org/images/versioned/r-v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articles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environments and pipelines with </a:t>
            </a:r>
            <a:r>
              <a:rPr>
                <a:latin typeface="Courier"/>
              </a:rPr>
              <a:t>{rix}</a:t>
            </a:r>
            <a:r>
              <a:rPr/>
              <a:t> and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pic>
        <p:nvPicPr>
          <p:cNvPr descr="images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https://b-rodrigues.github.io/r-medicine-nix-workshop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https://github.com/b-rodrigues/r-medicine-nix-workshop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talk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Identify </a:t>
            </a:r>
            <a:r>
              <a:rPr i="1"/>
              <a:t>what</a:t>
            </a:r>
            <a:r>
              <a:rPr/>
              <a:t> needs to be mastered to ensure reproducibility (ability to obtain </a:t>
            </a:r>
            <a:r>
              <a:rPr i="1"/>
              <a:t>exactly</a:t>
            </a:r>
            <a:r>
              <a:rPr/>
              <a:t> the same results from an analysis)</a:t>
            </a:r>
          </a:p>
          <a:p>
            <a:pPr lvl="0"/>
            <a:r>
              <a:rPr/>
              <a:t>Briefly introduce Nix, </a:t>
            </a:r>
            <a:r>
              <a:rPr>
                <a:latin typeface="Courier"/>
              </a:rPr>
              <a:t>{rix}</a:t>
            </a:r>
            <a:r>
              <a:rPr/>
              <a:t>, and </a:t>
            </a:r>
            <a:r>
              <a:rPr>
                <a:latin typeface="Courier"/>
              </a:rPr>
              <a:t>{rixpress}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Reproducible environments for data science with {rix}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Uses immutable and shareable images</a:t>
            </a:r>
          </a:p>
          <a:p>
            <a:pPr lvl="1"/>
            <a:r>
              <a:rPr/>
              <a:t>Containers executable anywhere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Docker limitations:</a:t>
            </a:r>
          </a:p>
          <a:p>
            <a:pPr lvl="1"/>
            <a:r>
              <a:rPr/>
              <a:t>Learning curve (Linux knowledge recommended)</a:t>
            </a:r>
          </a:p>
          <a:p>
            <a:pPr lvl="1"/>
            <a:r>
              <a:rPr/>
              <a:t>Not originally designed for reproducibility</a:t>
            </a:r>
          </a:p>
          <a:p>
            <a:pPr lvl="1"/>
            <a:r>
              <a:rPr/>
              <a:t>See: </a:t>
            </a:r>
            <a:r>
              <a:rPr>
                <a:hlinkClick r:id="rId2"/>
              </a:rPr>
              <a:t>Rocker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ages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renv.lock</a:t>
            </a:r>
            <a:r>
              <a:rPr/>
              <a:t> files can also serve as a starting point: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renv2nix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renv_lock_path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"path/to/original/renv_project/renv.lock"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"path/to/rix_project"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override_r_ver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"4.4.1"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&lt;- optional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(3/5)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the R version and required packages</a:t>
            </a:r>
          </a:p>
          <a:p>
            <a:pPr lvl="0"/>
            <a:r>
              <a:rPr/>
              <a:t>Optionally:</a:t>
            </a:r>
          </a:p>
          <a:p>
            <a:pPr lvl="1"/>
            <a:r>
              <a:rPr/>
              <a:t>system packages, GitHub packages, or LaTeX packages</a:t>
            </a:r>
          </a:p>
          <a:p>
            <a:pPr lvl="1"/>
            <a:r>
              <a:rPr/>
              <a:t>an IDE (RStudio, Radian, VS Code, or “other”)</a:t>
            </a:r>
          </a:p>
          <a:p>
            <a:pPr lvl="1"/>
            <a:r>
              <a:rPr/>
              <a:t>a version of Python and Python packages to include</a:t>
            </a:r>
          </a:p>
          <a:p>
            <a:pPr lvl="1"/>
            <a:r>
              <a:rPr/>
              <a:t>a version of Julia and Julia packages to include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(4/5)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(5/5)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install specific versions of packages (write </a:t>
            </a:r>
            <a:r>
              <a:rPr>
                <a:latin typeface="Courier"/>
              </a:rPr>
              <a:t>"dplyr@1.0.0"</a:t>
            </a:r>
            <a:r>
              <a:rPr/>
              <a:t>)</a:t>
            </a:r>
          </a:p>
          <a:p>
            <a:pPr lvl="0"/>
            <a:r>
              <a:rPr/>
              <a:t>Can install packages hosted on GitHub</a:t>
            </a:r>
          </a:p>
          <a:p>
            <a:pPr lvl="0"/>
            <a:r>
              <a:rPr/>
              <a:t>Many vignettes to get started!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scripts/nix_expressions/rix_intro/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scripts/nix_expression/shiny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Reproducible analytical pipelines with </a:t>
            </a:r>
            <a:r>
              <a:rPr>
                <a:latin typeface="Courier"/>
              </a:rPr>
              <a:t>{rixpress}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rixpress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 </a:t>
            </a:r>
            <a:r>
              <a:rPr b="1"/>
              <a:t>and</a:t>
            </a:r>
            <a:r>
              <a:rPr/>
              <a:t> Python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mixed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Transfer with JSON (or other universal format)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Advantage: avoids using </a:t>
            </a:r>
            <a:r>
              <a:rPr>
                <a:latin typeface="Courier"/>
              </a:rPr>
              <a:t>reticulate</a:t>
            </a:r>
          </a:p>
          <a:p>
            <a:pPr lvl="0"/>
            <a:r>
              <a:rPr/>
              <a:t>Add a Python serialization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def</a:t>
            </a:r>
            <a:r>
              <a:rPr>
                <a:solidFill>
                  <a:srgbClr val="003B4F"/>
                </a:solidFill>
                <a:latin typeface="Courier"/>
              </a:rPr>
              <a:t> serialize_to_json(pl_df, path):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with</a:t>
            </a:r>
            <a:r>
              <a:rPr>
                <a:solidFill>
                  <a:srgbClr val="003B4F"/>
                </a:solidFill>
                <a:latin typeface="Courier"/>
              </a:rPr>
              <a:t> open(path, </a:t>
            </a:r>
            <a:r>
              <a:rPr>
                <a:solidFill>
                  <a:srgbClr val="20794D"/>
                </a:solidFill>
                <a:latin typeface="Courier"/>
              </a:rPr>
              <a:t>'w'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f: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f.write(pl_df.write_json())</a:t>
            </a:r>
          </a:p>
          <a:p>
            <a:pPr lvl="0"/>
            <a:r>
              <a:rPr/>
              <a:t>And on the R side: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expr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my_fun</a:t>
            </a:r>
            <a:r>
              <a:rPr>
                <a:solidFill>
                  <a:srgbClr val="003B4F"/>
                </a:solidFill>
                <a:latin typeface="Courier"/>
              </a:rPr>
              <a:t>(data),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unserialize_function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"jsonlite::fromJSON"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generation (Quarto or Rmd)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Easily integrate pipeline output into a </a:t>
            </a:r>
            <a:r>
              <a:rPr>
                <a:latin typeface="Courier"/>
              </a:rPr>
              <a:t>.qmd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latin typeface="Courier"/>
              </a:rPr>
              <a:t>```r
rixpress::rxp_read("mtcars_head")
```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All created objects can be dynamically loaded into the document</a:t>
            </a:r>
          </a:p>
          <a:p>
            <a:pPr lvl="0"/>
            <a:r>
              <a:rPr/>
              <a:t>Possible to include additional files (</a:t>
            </a:r>
            <a:r>
              <a:rPr>
                <a:latin typeface="Courier"/>
              </a:rPr>
              <a:t>content.qmd</a:t>
            </a:r>
            <a:r>
              <a:rPr/>
              <a:t>, images…)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Repository GitHub</a:t>
            </a:r>
          </a:p>
          <a:p>
            <a:pPr lvl="0"/>
            <a:r>
              <a:rPr>
                <a:hlinkClick r:id="rId3"/>
              </a:rPr>
              <a:t>Site web</a:t>
            </a:r>
          </a:p>
          <a:p>
            <a:pPr lvl="0"/>
            <a:r>
              <a:rPr>
                <a:hlinkClick r:id="rId4"/>
              </a:rPr>
              <a:t>Repository d’exemples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 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 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 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Livre 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 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 : </a:t>
            </a:r>
            <a:r>
              <a:rPr>
                <a:hlinkClick r:id="rId7"/>
              </a:rPr>
              <a:t>https://b-rodrigues.github.io/rixpress/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environments and pipelines with {rix} and {rixpress}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